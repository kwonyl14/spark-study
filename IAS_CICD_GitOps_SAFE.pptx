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46304"/>
            <a:ext cx="8138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algun Gothic"/>
              </a:rPr>
              <a:t>IAS API Server CI/CD 및 GitOps 배포 프로세스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18120" y="210312"/>
            <a:ext cx="4023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80" b="1">
                <a:solidFill>
                  <a:srgbClr val="EA580C"/>
                </a:solidFill>
                <a:latin typeface="Malgun Gothic"/>
              </a:rPr>
              <a:t>CI·Image Tag Git 반영 = 수동 / DEV Auto / PROD Manual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658368"/>
            <a:ext cx="11548872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10896" y="841248"/>
            <a:ext cx="3767328" cy="5440680"/>
          </a:xfrm>
          <a:prstGeom prst="round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" y="841248"/>
            <a:ext cx="3767328" cy="40233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859536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30" b="1">
                <a:solidFill>
                  <a:srgbClr val="FFFFFF"/>
                </a:solidFill>
                <a:latin typeface="Malgun Gothic"/>
              </a:rPr>
              <a:t>1. 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9232" y="868680"/>
            <a:ext cx="914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69" b="1">
                <a:solidFill>
                  <a:srgbClr val="FFFFFF"/>
                </a:solidFill>
                <a:latin typeface="Malgun Gothic"/>
              </a:rPr>
              <a:t>수동 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87952" y="841248"/>
            <a:ext cx="3822191" cy="5440680"/>
          </a:xfrm>
          <a:prstGeom prst="roundRect">
            <a:avLst/>
          </a:prstGeom>
          <a:solidFill>
            <a:srgbClr val="FFF7ED"/>
          </a:solidFill>
          <a:ln w="1397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87952" y="841248"/>
            <a:ext cx="3822191" cy="402336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859536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30" b="1">
                <a:solidFill>
                  <a:srgbClr val="FFFFFF"/>
                </a:solidFill>
                <a:latin typeface="Malgun Gothic"/>
              </a:rPr>
              <a:t>2. GitOps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868680"/>
            <a:ext cx="914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69" b="1">
                <a:solidFill>
                  <a:srgbClr val="FFFFFF"/>
                </a:solidFill>
                <a:latin typeface="Malgun Gothic"/>
              </a:rPr>
              <a:t>Git 기준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841248"/>
            <a:ext cx="3730752" cy="5440680"/>
          </a:xfrm>
          <a:prstGeom prst="roundRect">
            <a:avLst/>
          </a:prstGeom>
          <a:solidFill>
            <a:srgbClr val="ECFDF5"/>
          </a:solidFill>
          <a:ln w="1397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841248"/>
            <a:ext cx="3730752" cy="40233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859536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30" b="1">
                <a:solidFill>
                  <a:srgbClr val="FFFFFF"/>
                </a:solidFill>
                <a:latin typeface="Malgun Gothic"/>
              </a:rPr>
              <a:t>3. CD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868680"/>
            <a:ext cx="914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69" b="1">
                <a:solidFill>
                  <a:srgbClr val="FFFFFF"/>
                </a:solidFill>
                <a:latin typeface="Malgun Gothic"/>
              </a:rPr>
              <a:t>환경별 Sync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2057400"/>
            <a:ext cx="1005840" cy="100584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3503" y="2130552"/>
            <a:ext cx="246888" cy="246888"/>
          </a:xfrm>
          <a:prstGeom prst="roundRect">
            <a:avLst/>
          </a:prstGeom>
          <a:solidFill>
            <a:srgbClr val="24292E"/>
          </a:solidFill>
          <a:ln w="5080">
            <a:solidFill>
              <a:srgbClr val="242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3" y="2130552"/>
            <a:ext cx="246888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Malgun Gothic"/>
              </a:rPr>
              <a:t>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3" y="2340864"/>
            <a:ext cx="85953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Malgun Gothic"/>
              </a:rPr>
              <a:t>PR / Merge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3" y="2596896"/>
            <a:ext cx="8595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" b="0">
                <a:solidFill>
                  <a:srgbClr val="475569"/>
                </a:solidFill>
                <a:latin typeface="Malgun Gothic"/>
              </a:rPr>
              <a:t>Feature → Review
→ Merge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09928" y="2057400"/>
            <a:ext cx="1307592" cy="100584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783080" y="2130552"/>
            <a:ext cx="246888" cy="246888"/>
          </a:xfrm>
          <a:prstGeom prst="roundRect">
            <a:avLst/>
          </a:prstGeom>
          <a:solidFill>
            <a:srgbClr val="D32F2F"/>
          </a:solidFill>
          <a:ln w="508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83080" y="2130552"/>
            <a:ext cx="246888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Malgun Gothic"/>
              </a:rPr>
              <a:t>J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23744" y="2139696"/>
            <a:ext cx="420624" cy="182880"/>
          </a:xfrm>
          <a:prstGeom prst="roundRect">
            <a:avLst/>
          </a:prstGeom>
          <a:solidFill>
            <a:srgbClr val="EA580C"/>
          </a:solidFill>
          <a:ln w="50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23744" y="2139696"/>
            <a:ext cx="4206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Malgun Gothic"/>
              </a:rPr>
              <a:t>MANUAL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2340864"/>
            <a:ext cx="116128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Malgun Gothic"/>
              </a:rPr>
              <a:t>Jenkins CI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2596896"/>
            <a:ext cx="11612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" b="0">
                <a:solidFill>
                  <a:srgbClr val="475569"/>
                </a:solidFill>
                <a:latin typeface="Malgun Gothic"/>
              </a:rPr>
              <a:t>Checkout · Test
Image Build / Push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91256" y="2057400"/>
            <a:ext cx="768096" cy="100584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264408" y="2130552"/>
            <a:ext cx="246888" cy="246888"/>
          </a:xfrm>
          <a:prstGeom prst="roundRect">
            <a:avLst/>
          </a:prstGeom>
          <a:solidFill>
            <a:srgbClr val="1D63ED"/>
          </a:solidFill>
          <a:ln w="5080">
            <a:solidFill>
              <a:srgbClr val="1D6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64408" y="2130552"/>
            <a:ext cx="246888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Malgun Gothic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64408" y="2340864"/>
            <a:ext cx="62179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9" b="1">
                <a:solidFill>
                  <a:srgbClr val="0F172A"/>
                </a:solidFill>
                <a:latin typeface="Malgun Gothic"/>
              </a:rPr>
              <a:t>Registry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4408" y="2596896"/>
            <a:ext cx="6217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" b="0">
                <a:solidFill>
                  <a:srgbClr val="475569"/>
                </a:solidFill>
                <a:latin typeface="Malgun Gothic"/>
              </a:rPr>
              <a:t>ias-api-server
:105 → :106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536192" y="2560320"/>
            <a:ext cx="173736" cy="0"/>
          </a:xfrm>
          <a:prstGeom prst="line">
            <a:avLst/>
          </a:prstGeom>
          <a:ln w="1968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017520" y="2560320"/>
            <a:ext cx="173736" cy="0"/>
          </a:xfrm>
          <a:prstGeom prst="line">
            <a:avLst/>
          </a:prstGeom>
          <a:ln w="1968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85216" y="3493008"/>
            <a:ext cx="3182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3575304"/>
            <a:ext cx="285292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9" b="1">
                <a:solidFill>
                  <a:srgbClr val="2563EB"/>
                </a:solidFill>
                <a:latin typeface="Malgun Gothic"/>
              </a:rPr>
              <a:t>Webhook / Poll SCM 없음
PR Merge ≠ Jenkins Build Trigger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572000"/>
            <a:ext cx="3063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Malgun Gothic"/>
              </a:rPr>
              <a:t>Jenkins는 Argo CD / Kubernetes를
직접 호출하거나 배포하지 않음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70832" y="2057400"/>
            <a:ext cx="1097280" cy="100584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43984" y="2130552"/>
            <a:ext cx="246888" cy="246888"/>
          </a:xfrm>
          <a:prstGeom prst="roundRect">
            <a:avLst/>
          </a:prstGeom>
          <a:solidFill>
            <a:srgbClr val="274C77"/>
          </a:solidFill>
          <a:ln w="5080">
            <a:solidFill>
              <a:srgbClr val="274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43984" y="2130552"/>
            <a:ext cx="246888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Malgun Gothic"/>
              </a:rPr>
              <a:t>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74336" y="2139696"/>
            <a:ext cx="420624" cy="182880"/>
          </a:xfrm>
          <a:prstGeom prst="roundRect">
            <a:avLst/>
          </a:prstGeom>
          <a:solidFill>
            <a:srgbClr val="EA580C"/>
          </a:solidFill>
          <a:ln w="50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74336" y="2139696"/>
            <a:ext cx="4206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Malgun Gothic"/>
              </a:rPr>
              <a:t>MANUAL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43984" y="2340864"/>
            <a:ext cx="95097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90" b="1">
                <a:solidFill>
                  <a:srgbClr val="0F172A"/>
                </a:solidFill>
                <a:latin typeface="Malgun Gothic"/>
              </a:rPr>
              <a:t>Values Tag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43984" y="2596896"/>
            <a:ext cx="9509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" b="0">
                <a:solidFill>
                  <a:srgbClr val="475569"/>
                </a:solidFill>
                <a:latin typeface="Malgun Gothic"/>
              </a:rPr>
              <a:t>image.tag
105 → 106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23560" y="2057400"/>
            <a:ext cx="1225296" cy="100584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696712" y="2130552"/>
            <a:ext cx="246888" cy="246888"/>
          </a:xfrm>
          <a:prstGeom prst="roundRect">
            <a:avLst/>
          </a:prstGeom>
          <a:solidFill>
            <a:srgbClr val="F05032"/>
          </a:solidFill>
          <a:ln w="5080">
            <a:solidFill>
              <a:srgbClr val="F0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96712" y="2130552"/>
            <a:ext cx="246888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Malgun Gothic"/>
              </a:rPr>
              <a:t>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55080" y="2139696"/>
            <a:ext cx="420624" cy="182880"/>
          </a:xfrm>
          <a:prstGeom prst="roundRect">
            <a:avLst/>
          </a:prstGeom>
          <a:solidFill>
            <a:srgbClr val="EA580C"/>
          </a:solidFill>
          <a:ln w="50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2139696"/>
            <a:ext cx="4206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Malgun Gothic"/>
              </a:rPr>
              <a:t>MANUAL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96712" y="2340864"/>
            <a:ext cx="107899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1">
                <a:solidFill>
                  <a:srgbClr val="0F172A"/>
                </a:solidFill>
                <a:latin typeface="Malgun Gothic"/>
              </a:rPr>
              <a:t>Git Commit/Push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96712" y="2596896"/>
            <a:ext cx="10789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" b="0">
                <a:solidFill>
                  <a:srgbClr val="475569"/>
                </a:solidFill>
                <a:latin typeface="Malgun Gothic"/>
              </a:rPr>
              <a:t>GitOps Repository
변경 반영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004304" y="2057400"/>
            <a:ext cx="804672" cy="100584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077456" y="2130552"/>
            <a:ext cx="246888" cy="246888"/>
          </a:xfrm>
          <a:prstGeom prst="roundRect">
            <a:avLst/>
          </a:prstGeom>
          <a:solidFill>
            <a:srgbClr val="EF5350"/>
          </a:solidFill>
          <a:ln w="508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77456" y="2130552"/>
            <a:ext cx="246888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Malgun Gothic"/>
              </a:rPr>
              <a:t>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200" y="2139696"/>
            <a:ext cx="420624" cy="182880"/>
          </a:xfrm>
          <a:prstGeom prst="roundRect">
            <a:avLst/>
          </a:prstGeom>
          <a:solidFill>
            <a:srgbClr val="059669"/>
          </a:solidFill>
          <a:ln w="508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0" y="2139696"/>
            <a:ext cx="4206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Malgun Gothic"/>
              </a:rPr>
              <a:t>AUTO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77456" y="2340864"/>
            <a:ext cx="65836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9" b="1">
                <a:solidFill>
                  <a:srgbClr val="0F172A"/>
                </a:solidFill>
                <a:latin typeface="Malgun Gothic"/>
              </a:rPr>
              <a:t>Argo CD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77456" y="2596896"/>
            <a:ext cx="65836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0">
                <a:solidFill>
                  <a:srgbClr val="475569"/>
                </a:solidFill>
                <a:latin typeface="Malgun Gothic"/>
              </a:rPr>
              <a:t>Git 감지
Diff / Sync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078224" y="2560320"/>
            <a:ext cx="292608" cy="0"/>
          </a:xfrm>
          <a:prstGeom prst="line">
            <a:avLst/>
          </a:prstGeom>
          <a:ln w="1968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468112" y="2560320"/>
            <a:ext cx="155448" cy="0"/>
          </a:xfrm>
          <a:prstGeom prst="line">
            <a:avLst/>
          </a:prstGeom>
          <a:ln w="1968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848856" y="2560320"/>
            <a:ext cx="155448" cy="0"/>
          </a:xfrm>
          <a:prstGeom prst="line">
            <a:avLst/>
          </a:prstGeom>
          <a:ln w="1968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4462272" y="3657600"/>
            <a:ext cx="318211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45152" y="3730752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1">
                <a:solidFill>
                  <a:srgbClr val="EA580C"/>
                </a:solidFill>
                <a:latin typeface="Malgun Gothic"/>
              </a:rPr>
              <a:t>GitOps Repository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45152" y="4023360"/>
            <a:ext cx="2761488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Malgun Gothic"/>
              </a:rPr>
              <a:t>charts/ias-api-server/
  Chart.yaml · values.yaml · templates/
environments/
  dev/ias-api-server-values.yaml
  prod/ias-api-server-values.yaml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480560" y="5413248"/>
            <a:ext cx="3127248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99432" y="5477256"/>
            <a:ext cx="288950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1">
                <a:solidFill>
                  <a:srgbClr val="EA580C"/>
                </a:solidFill>
                <a:latin typeface="Malgun Gothic"/>
              </a:rPr>
              <a:t>배포 기준: Registry 신규 이미지가 아니라
Git의 image.tag 변경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808975" y="2560320"/>
            <a:ext cx="530352" cy="0"/>
          </a:xfrm>
          <a:prstGeom prst="line">
            <a:avLst/>
          </a:prstGeom>
          <a:ln w="1968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339327" y="1938528"/>
            <a:ext cx="0" cy="2816352"/>
          </a:xfrm>
          <a:prstGeom prst="line">
            <a:avLst/>
          </a:prstGeom>
          <a:ln w="1968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412480" y="1353312"/>
            <a:ext cx="6583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80" b="1">
                <a:solidFill>
                  <a:srgbClr val="2563EB"/>
                </a:solidFill>
                <a:latin typeface="Malgun Gothic"/>
              </a:rPr>
              <a:t>DEV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641080" y="1709928"/>
            <a:ext cx="1225296" cy="969264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714232" y="1783080"/>
            <a:ext cx="246888" cy="246888"/>
          </a:xfrm>
          <a:prstGeom prst="roundRect">
            <a:avLst/>
          </a:prstGeom>
          <a:solidFill>
            <a:srgbClr val="EF5350"/>
          </a:solidFill>
          <a:ln w="508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714232" y="1783080"/>
            <a:ext cx="246888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Malgun Gothic"/>
              </a:rPr>
              <a:t>A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372600" y="1792224"/>
            <a:ext cx="420624" cy="182880"/>
          </a:xfrm>
          <a:prstGeom prst="roundRect">
            <a:avLst/>
          </a:prstGeom>
          <a:solidFill>
            <a:srgbClr val="059669"/>
          </a:solidFill>
          <a:ln w="508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72600" y="1792224"/>
            <a:ext cx="4206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Malgun Gothic"/>
              </a:rPr>
              <a:t>AUTO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14232" y="1993392"/>
            <a:ext cx="107899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0F172A"/>
                </a:solidFill>
                <a:latin typeface="Malgun Gothic"/>
              </a:rPr>
              <a:t>Auto Sync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14232" y="2249424"/>
            <a:ext cx="10789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" b="0">
                <a:solidFill>
                  <a:srgbClr val="475569"/>
                </a:solidFill>
                <a:latin typeface="Malgun Gothic"/>
              </a:rPr>
              <a:t>Git 변경 감지
→ 자동 반영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195560" y="1709928"/>
            <a:ext cx="1417320" cy="969264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0268712" y="1783080"/>
            <a:ext cx="246888" cy="246888"/>
          </a:xfrm>
          <a:prstGeom prst="roundRect">
            <a:avLst/>
          </a:prstGeom>
          <a:solidFill>
            <a:srgbClr val="326CE5"/>
          </a:solidFill>
          <a:ln w="508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268712" y="1783080"/>
            <a:ext cx="246888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Malgun Gothic"/>
              </a:rPr>
              <a:t>K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1119104" y="1792224"/>
            <a:ext cx="420624" cy="182880"/>
          </a:xfrm>
          <a:prstGeom prst="roundRect">
            <a:avLst/>
          </a:prstGeom>
          <a:solidFill>
            <a:srgbClr val="059669"/>
          </a:solidFill>
          <a:ln w="508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119104" y="1792224"/>
            <a:ext cx="4206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Malgun Gothic"/>
              </a:rPr>
              <a:t>AUTO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68712" y="1993392"/>
            <a:ext cx="127101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9" b="1">
                <a:solidFill>
                  <a:srgbClr val="0F172A"/>
                </a:solidFill>
                <a:latin typeface="Malgun Gothic"/>
              </a:rPr>
              <a:t>DEV Kubernetes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268712" y="2249424"/>
            <a:ext cx="12710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>
                <a:solidFill>
                  <a:srgbClr val="475569"/>
                </a:solidFill>
                <a:latin typeface="Malgun Gothic"/>
              </a:rPr>
              <a:t>ias-api-server :106
Deployment Rollout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8339327" y="2194560"/>
            <a:ext cx="301753" cy="0"/>
          </a:xfrm>
          <a:prstGeom prst="line">
            <a:avLst/>
          </a:prstGeom>
          <a:ln w="1968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866376" y="2194560"/>
            <a:ext cx="329184" cy="0"/>
          </a:xfrm>
          <a:prstGeom prst="line">
            <a:avLst/>
          </a:prstGeom>
          <a:ln w="1968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8613648" y="2834640"/>
            <a:ext cx="2907792" cy="393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741664" y="2889504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40" b="1">
                <a:solidFill>
                  <a:srgbClr val="059669"/>
                </a:solidFill>
                <a:latin typeface="Malgun Gothic"/>
              </a:rPr>
              <a:t>Git 반영 이후 Kubernetes 배포는 자동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12480" y="3657600"/>
            <a:ext cx="7498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80" b="1">
                <a:solidFill>
                  <a:srgbClr val="EA580C"/>
                </a:solidFill>
                <a:latin typeface="Malgun Gothic"/>
              </a:rPr>
              <a:t>PROD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622792" y="4041648"/>
            <a:ext cx="960120" cy="969264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8695944" y="4114800"/>
            <a:ext cx="246888" cy="246888"/>
          </a:xfrm>
          <a:prstGeom prst="roundRect">
            <a:avLst/>
          </a:prstGeom>
          <a:solidFill>
            <a:srgbClr val="EF5350"/>
          </a:solidFill>
          <a:ln w="508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695944" y="4114800"/>
            <a:ext cx="246888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Malgun Gothic"/>
              </a:rPr>
              <a:t>A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089136" y="4123944"/>
            <a:ext cx="420624" cy="182880"/>
          </a:xfrm>
          <a:prstGeom prst="roundRect">
            <a:avLst/>
          </a:prstGeom>
          <a:solidFill>
            <a:srgbClr val="059669"/>
          </a:solidFill>
          <a:ln w="508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089136" y="4123944"/>
            <a:ext cx="4206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Malgun Gothic"/>
              </a:rPr>
              <a:t>AUTO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95944" y="4325112"/>
            <a:ext cx="81381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0F172A"/>
                </a:solidFill>
                <a:latin typeface="Malgun Gothic"/>
              </a:rPr>
              <a:t>OutOfSync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695944" y="4581144"/>
            <a:ext cx="8138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0">
                <a:solidFill>
                  <a:srgbClr val="475569"/>
                </a:solidFill>
                <a:latin typeface="Malgun Gothic"/>
              </a:rPr>
              <a:t>변경 감지
배포 대기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784080" y="4041648"/>
            <a:ext cx="1133856" cy="969264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9857232" y="4114800"/>
            <a:ext cx="246888" cy="246888"/>
          </a:xfrm>
          <a:prstGeom prst="roundRect">
            <a:avLst/>
          </a:prstGeom>
          <a:solidFill>
            <a:srgbClr val="EF5350"/>
          </a:solidFill>
          <a:ln w="508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857232" y="4114800"/>
            <a:ext cx="246888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Malgun Gothic"/>
              </a:rPr>
              <a:t>A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424159" y="4123944"/>
            <a:ext cx="420624" cy="182880"/>
          </a:xfrm>
          <a:prstGeom prst="roundRect">
            <a:avLst/>
          </a:prstGeom>
          <a:solidFill>
            <a:srgbClr val="EA580C"/>
          </a:solidFill>
          <a:ln w="50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424159" y="4123944"/>
            <a:ext cx="4206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Malgun Gothic"/>
              </a:rPr>
              <a:t>MANUAL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857232" y="4325112"/>
            <a:ext cx="98755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0F172A"/>
                </a:solidFill>
                <a:latin typeface="Malgun Gothic"/>
              </a:rPr>
              <a:t>Manual Sync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857232" y="4581144"/>
            <a:ext cx="9875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0">
                <a:solidFill>
                  <a:srgbClr val="475569"/>
                </a:solidFill>
                <a:latin typeface="Malgun Gothic"/>
              </a:rPr>
              <a:t>배포 담당자
최종 실행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1119104" y="4041648"/>
            <a:ext cx="658368" cy="969264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11192256" y="4114800"/>
            <a:ext cx="246888" cy="246888"/>
          </a:xfrm>
          <a:prstGeom prst="roundRect">
            <a:avLst/>
          </a:prstGeom>
          <a:solidFill>
            <a:srgbClr val="326CE5"/>
          </a:solidFill>
          <a:ln w="508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192256" y="4114800"/>
            <a:ext cx="246888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Malgun Gothic"/>
              </a:rPr>
              <a:t>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192256" y="4325112"/>
            <a:ext cx="512063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0F172A"/>
                </a:solidFill>
                <a:latin typeface="Malgun Gothic"/>
              </a:rPr>
              <a:t>PROD K8s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192256" y="4581144"/>
            <a:ext cx="5120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90" b="0">
                <a:solidFill>
                  <a:srgbClr val="475569"/>
                </a:solidFill>
                <a:latin typeface="Malgun Gothic"/>
              </a:rPr>
              <a:t>검증 Image
Rollout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8339327" y="4526280"/>
            <a:ext cx="283465" cy="0"/>
          </a:xfrm>
          <a:prstGeom prst="line">
            <a:avLst/>
          </a:prstGeom>
          <a:ln w="1968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582912" y="4526280"/>
            <a:ext cx="201168" cy="0"/>
          </a:xfrm>
          <a:prstGeom prst="line">
            <a:avLst/>
          </a:prstGeom>
          <a:ln w="1968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0917936" y="4526280"/>
            <a:ext cx="201168" cy="0"/>
          </a:xfrm>
          <a:prstGeom prst="line">
            <a:avLst/>
          </a:prstGeom>
          <a:ln w="1968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11"/>
          <p:cNvSpPr/>
          <p:nvPr/>
        </p:nvSpPr>
        <p:spPr>
          <a:xfrm>
            <a:off x="8613648" y="5285232"/>
            <a:ext cx="2907792" cy="393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741664" y="5340096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EA580C"/>
                </a:solidFill>
                <a:latin typeface="Malgun Gothic"/>
              </a:rPr>
              <a:t>운영은 Manual Sync 전까지 배포되지 않음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02920" y="6400800"/>
            <a:ext cx="1117396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58368" y="6414516"/>
            <a:ext cx="95554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Malgun Gothic"/>
              </a:rPr>
              <a:t>핵심: Jenkins Build · Values image.tag 변경 · Git Commit/Push는 수동 / DEV Auto Sync / PROD Manual Sync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0378440" y="6437376"/>
            <a:ext cx="640080" cy="182880"/>
          </a:xfrm>
          <a:prstGeom prst="roundRect">
            <a:avLst/>
          </a:prstGeom>
          <a:solidFill>
            <a:srgbClr val="EA580C"/>
          </a:solidFill>
          <a:ln w="50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378440" y="6437376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Malgun Gothic"/>
              </a:rPr>
              <a:t>MANUAL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1128248" y="6437376"/>
            <a:ext cx="493776" cy="182880"/>
          </a:xfrm>
          <a:prstGeom prst="roundRect">
            <a:avLst/>
          </a:prstGeom>
          <a:solidFill>
            <a:srgbClr val="059669"/>
          </a:solidFill>
          <a:ln w="508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1128248" y="6437376"/>
            <a:ext cx="49377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Malgun Gothic"/>
              </a:rPr>
              <a:t>AUTO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